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640080"/>
            <a:ext cx="2560320" cy="25603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94960"/>
            <a:ext cx="2103120" cy="210312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457200"/>
            <a:ext cx="1828800" cy="18288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F2937"/>
                </a:solidFill>
                <a:latin typeface="Aptos Display"/>
              </a:rPr>
              <a:t>Mishthi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Aptos"/>
              </a:rPr>
              <a:t>Python Developer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60020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475569"/>
                </a:solidFill>
                <a:latin typeface="Aptos"/>
              </a:rPr>
              <a:t>Building practical projects with clean code, useful libraries, and a strong learning mindset.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173736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517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Python-first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657600"/>
            <a:ext cx="19202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3703320"/>
            <a:ext cx="1700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Libraries +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657600"/>
            <a:ext cx="18288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703320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Open to internships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15968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ptos"/>
              </a:rPr>
              <a:t>Focused on automation, backend basics, data handling, and continuous growth through real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94360"/>
            <a:ext cx="4069080" cy="56692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868680"/>
            <a:ext cx="1874519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4" y="914400"/>
            <a:ext cx="160019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PROFILE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508760"/>
            <a:ext cx="3474720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17190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Python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19933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Clean syntax, scripting, logic, and beginner-friendly problem solving.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74320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2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Library Comfort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325526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NumPy, Pandas, Matplotlib,
Seaborn, Requests, Flask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251960"/>
            <a:ext cx="3474720" cy="12344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Career Direction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4754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Looking for internships, entry-level roles, and teams that value growth.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77900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Aptos"/>
              </a:rPr>
              <a:t>github.com/Muneerali199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394960"/>
            <a:ext cx="2011680" cy="20116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1463040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A growing developer who learns by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ptos"/>
              </a:rPr>
              <a:t>I am at the start of my journey, but I care deeply about understanding the tools I use, writing readable code, and improving with every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3246120"/>
            <a:ext cx="1828800" cy="1828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3246120"/>
            <a:ext cx="1828800" cy="18288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4787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Aptos Display"/>
              </a:rPr>
              <a:t>Builder
Mindset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Aptos"/>
              </a:rPr>
              <a:t>I prefer turning ideas into working projects so learning becomes practical.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54787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0F766E"/>
                </a:solidFill>
                <a:latin typeface="Aptos Display"/>
              </a:rPr>
              <a:t>Curious
Learner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2452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Aptos"/>
              </a:rPr>
              <a:t>I enjoy understanding libraries, not just copying syntax.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54787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Aptos Display"/>
              </a:rPr>
              <a:t>Steady
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24528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Aptos"/>
              </a:rPr>
              <a:t>Consistency matters to me more than quick shortcuts.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960120"/>
            <a:ext cx="41148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50876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F2937"/>
                </a:solidFill>
                <a:latin typeface="Aptos Display"/>
              </a:rPr>
              <a:t>"I enjoy learning useful tools and turning them into something real."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2834640"/>
            <a:ext cx="114300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154680"/>
            <a:ext cx="3246120" cy="2011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Python is my main language and my strongest foundation.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I feel most motivated when I can connect code to a useful result.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My goal is to keep growing into backend and project development with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82880"/>
            <a:ext cx="1645920" cy="1645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03520"/>
            <a:ext cx="1737360" cy="173736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1600200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41832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Aptos Display"/>
              </a:rPr>
              <a:t>Python + Library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A recruiter-friendly snapshot of what I can already work with and what I am actively learning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8346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283464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Core Language And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83464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8036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24612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29184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5760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06908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11480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Markdown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48056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52628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Jupyter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892040"/>
            <a:ext cx="214884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937759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VS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828800"/>
            <a:ext cx="28346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1828800"/>
            <a:ext cx="2834640" cy="1097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1488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Libraries I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83464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288036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NumPy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24612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329184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65760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370332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Matplotlib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06908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11480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Seaborn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48056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452628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892040"/>
            <a:ext cx="2148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4937759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Flask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1828800"/>
            <a:ext cx="28346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60920" y="1828800"/>
            <a:ext cx="283464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21488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Currently Exploring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283464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9248" y="288036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324612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9248" y="329184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365760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370332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APIs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406908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9248" y="411480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Problem Solving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448056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99248" y="4526280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Backend Basics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489204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9248" y="4937759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Project Structure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669280"/>
            <a:ext cx="9418320" cy="6858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879592"/>
            <a:ext cx="8778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focus = ['clean code', 'practical projects', 'steady improvement', 'strong fundamentals']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212080"/>
            <a:ext cx="2103120" cy="2103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600200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54864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41832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Aptos Display"/>
              </a:rPr>
              <a:t>How I Like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My favorite learning loop is simple: understand the tool, use it in a project, then improve the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0749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84832"/>
            <a:ext cx="566928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18541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84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Learn The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59152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ptos"/>
              </a:rPr>
              <a:t>I start by understanding the purpose of a library or concept before using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50749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410712"/>
            <a:ext cx="566928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51129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4107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Build Something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685031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ptos"/>
              </a:rPr>
              <a:t>I remember ideas better when I turn them into working scripts, notebooks, or small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50749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736592"/>
            <a:ext cx="566928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83717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7365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Aptos Display"/>
              </a:rPr>
              <a:t>Refine And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10912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Aptos"/>
              </a:rPr>
              <a:t>I like making projects cleaner, easier to read, and better explained over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4983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Aptos Display"/>
              </a:rPr>
              <a:t>What Excites Me Most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788920"/>
            <a:ext cx="2057400" cy="10515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1" y="29535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Aptos Display"/>
              </a:rP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32004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475569"/>
                </a:solidFill>
                <a:latin typeface="Aptos"/>
              </a:rPr>
              <a:t>Saving time with scripts and repeatable logic.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788920"/>
            <a:ext cx="205740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9535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ptos Display"/>
              </a:rPr>
              <a:t>Data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2004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475569"/>
                </a:solidFill>
                <a:latin typeface="Aptos"/>
              </a:rPr>
              <a:t>Cleaning, exploring, and presenting information clearly.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160520"/>
            <a:ext cx="2057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1" y="43251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ptos Display"/>
              </a:rPr>
              <a:t>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1" y="45720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475569"/>
                </a:solidFill>
                <a:latin typeface="Aptos"/>
              </a:rPr>
              <a:t>Working with requests, responses, and useful integrations.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160520"/>
            <a:ext cx="2057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43251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ptos Display"/>
              </a:rPr>
              <a:t>Backend Basics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4572000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475569"/>
                </a:solidFill>
                <a:latin typeface="Aptos"/>
              </a:rPr>
              <a:t>Learning how small services and apps fit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00200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54864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41832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Aptos Display"/>
              </a:rPr>
              <a:t>Growth Plan For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A realistic path that turns current strengths into stronger project experience and team-ready confidence.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46120"/>
            <a:ext cx="8229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9718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51460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520440"/>
            <a:ext cx="1143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 i="0">
                <a:solidFill>
                  <a:srgbClr val="475569"/>
                </a:solidFill>
                <a:latin typeface="Aptos"/>
              </a:rPr>
              <a:t>Stronger Python projects
and cleaner documentation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2971800"/>
            <a:ext cx="384048" cy="384048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251460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520440"/>
            <a:ext cx="1143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 i="0">
                <a:solidFill>
                  <a:srgbClr val="475569"/>
                </a:solidFill>
                <a:latin typeface="Aptos"/>
              </a:rPr>
              <a:t>Deeper SQL, OOP,
APIs, and backend basics</a:t>
            </a:r>
          </a:p>
        </p:txBody>
      </p:sp>
      <p:sp>
        <p:nvSpPr>
          <p:cNvPr id="14" name="Oval 13"/>
          <p:cNvSpPr/>
          <p:nvPr/>
        </p:nvSpPr>
        <p:spPr>
          <a:xfrm>
            <a:off x="5394960" y="29718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51460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Aptos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0440"/>
            <a:ext cx="1143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 i="0">
                <a:solidFill>
                  <a:srgbClr val="475569"/>
                </a:solidFill>
                <a:latin typeface="Aptos"/>
              </a:rPr>
              <a:t>Larger collaborative
or open-source work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29718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51460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Aptos"/>
              </a:rP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520440"/>
            <a:ext cx="1143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 i="0">
                <a:solidFill>
                  <a:srgbClr val="475569"/>
                </a:solidFill>
                <a:latin typeface="Aptos"/>
              </a:rPr>
              <a:t>Internship or junior role
with meaningful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08760"/>
            <a:ext cx="1783080" cy="4480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18288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Best 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0112" y="2468880"/>
            <a:ext cx="1298448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514600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Internships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40112" y="2944368"/>
            <a:ext cx="1298448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9900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Junior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3419856"/>
            <a:ext cx="1298448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465576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Mentorship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0112" y="3895344"/>
            <a:ext cx="1298448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3941063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Real 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452628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Aptos"/>
              </a:rPr>
              <a:t>Looking for opportunities where curiosity, consistency, and growth are valued.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731520"/>
            <a:ext cx="2194560" cy="21945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5120640"/>
            <a:ext cx="2286000" cy="228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1783080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Aptos"/>
              </a:rPr>
              <a:t>RECRUITER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 Display"/>
              </a:rPr>
              <a:t>What You Can Expect From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212080" cy="2560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A genuine Python foundation with practical interest in useful libraries.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A coachable mindset and willingness to improve quickly from feedback.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Consistent effort, clear communication, and pride in readable work.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Motivation to grow through real tasks, not only tutorials.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234440"/>
            <a:ext cx="416052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45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 Display"/>
              </a:rPr>
              <a:t>Curiosity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65376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I like to understand the why behind the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8716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 Display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706624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I keep showing up and improving step by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32841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 Display"/>
              </a:rPr>
              <a:t>Coachability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54787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I learn well in environments with feedback and direction.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1696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Aptos Display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89120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ptos"/>
              </a:rPr>
              <a:t>I care about making projects cleaner and more useful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ptos"/>
              </a:rPr>
              <a:t>I may be early in my career, but I am serious about becoming excellent through disciplined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212080"/>
            <a:ext cx="2103120" cy="21031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640080"/>
            <a:ext cx="2194560" cy="219456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F2937"/>
                </a:solidFill>
                <a:latin typeface="Aptos Display"/>
              </a:rPr>
              <a:t>Open To Internships And Entry-Level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Aptos"/>
              </a:rPr>
              <a:t>If you value growth, curiosity, and practical Python skills, I would be happy to 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788920"/>
            <a:ext cx="516636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1272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 Display"/>
              </a:rPr>
              <a:t>github.com/Muneerali199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4343400"/>
            <a:ext cx="91440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8" y="4389120"/>
            <a:ext cx="6949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343400"/>
            <a:ext cx="1005840" cy="38404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4389120"/>
            <a:ext cx="786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Libraries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343400"/>
            <a:ext cx="9144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4389120"/>
            <a:ext cx="6949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343400"/>
            <a:ext cx="868680" cy="3840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4389120"/>
            <a:ext cx="649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48640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1">
                <a:solidFill>
                  <a:srgbClr val="0F766E"/>
                </a:solidFill>
                <a:latin typeface="Aptos"/>
              </a:rPr>
              <a:t>Start small, stay consistent, and let the work speak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Mishthi | Python Developer Profile</dc:title>
  <dc:subject>Recruiter-friendly personal introduction deck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